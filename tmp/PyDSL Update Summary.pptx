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9aca8103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9aca8103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2eef624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2eef624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2eef624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2eef624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2eef6243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2eef624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eef62430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2eef6243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2eef6243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2eef6243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7ebf0a9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97ebf0a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snippet doesn’t quite work right now, due to improper support of Constexpr.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7ebf0a9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97ebf0a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2eef62430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2eef62430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97ebf0a9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97ebf0a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7ebf0a9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7ebf0a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97ebf0a9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97ebf0a9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2eef62430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2eef62430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Huawei-CPLLab/PyDSL/pulls?page=1&amp;q=is%3Apr+is%3Aclose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Huawei-CPLLab/PyDSL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5640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PyDSL Update Summary: 2025 June-August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4595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Bálint Rózsa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What is PyDSL?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757200" cy="32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Python based language that compiles to MLIR.</a:t>
            </a:r>
            <a:endParaRPr sz="1600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@compile decorator parses the AST of a function, converts it to MLIR, automatically lowers to shared library binary file.</a:t>
            </a:r>
            <a:endParaRPr sz="1600"/>
          </a:p>
          <a:p>
            <a:pPr indent="-330200" lvl="0" marL="457200" rtl="0" algn="l">
              <a:spcBef>
                <a:spcPts val="600"/>
              </a:spcBef>
              <a:spcAft>
                <a:spcPts val="600"/>
              </a:spcAft>
              <a:buSzPts val="1600"/>
              <a:buChar char="-"/>
            </a:pPr>
            <a:r>
              <a:rPr lang="en" sz="1600"/>
              <a:t>PyDSL functions can be called directly from Python, arguments are converted to ctype, passed to shared library file.</a:t>
            </a:r>
            <a:endParaRPr sz="1600"/>
          </a:p>
        </p:txBody>
      </p:sp>
      <p:sp>
        <p:nvSpPr>
          <p:cNvPr id="62" name="Google Shape;62;p14"/>
          <p:cNvSpPr txBox="1"/>
          <p:nvPr/>
        </p:nvSpPr>
        <p:spPr>
          <a:xfrm>
            <a:off x="4429550" y="1152475"/>
            <a:ext cx="4143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endParaRPr sz="1000">
              <a:solidFill>
                <a:srgbClr val="267F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pydsl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frontend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endParaRPr sz="1000">
              <a:solidFill>
                <a:srgbClr val="795E2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pydsl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endParaRPr sz="1000">
              <a:solidFill>
                <a:srgbClr val="267F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pydsl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endParaRPr sz="1000">
              <a:solidFill>
                <a:srgbClr val="267F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pydsl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SInt16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SInt32</a:t>
            </a:r>
            <a:endParaRPr sz="1000">
              <a:solidFill>
                <a:srgbClr val="267F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SInt16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features/improvements: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 source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Tensor/memref slicing, strided memrefs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Triton interop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linalg ops: fill, reduce, broadcast, matmul, batch_matmul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tensor/memref ops: empty, zeros, alloc, copy, cast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 for A3 and A5 backends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Inline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Better call macros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ndarray arguments are no longer deallocated too early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Smaller features and bug fixes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8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Improved existing linalg elementwise ops (e.g. binary ops now allow explicitly specifying output)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Chain assignment (a = b = c)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Augmented assignment (a += b)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 slicing syntax </a:t>
            </a:r>
            <a:r>
              <a:rPr lang="en" sz="1600"/>
              <a:t>outside</a:t>
            </a:r>
            <a:r>
              <a:rPr lang="en" sz="1600"/>
              <a:t> compiled functions (MemRef[F32, 4, 8] instead of MemRefFactory((4, 8), F32)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Zero dimensional tensor/memref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Casting of arguments and return types when calling other PyDSL functions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Contributing guidelines/documentation for developers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Fix incorrect input range of integers (UInt8(255) used to error)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Only evaluate one branch of constant expression condition if statement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Full list at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https://github.com/Huawei-CPLLab/PyDSL/pulls?page=1&amp;q=is%3Apr+is%3Aclosed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development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617300" cy="16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Everything (other than AscendTarget) is open-sourced on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GitHub</a:t>
            </a:r>
            <a:r>
              <a:rPr lang="en" sz="1600"/>
              <a:t>, no longer maintain two overlapping versions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Setup CI on GitHub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Issues, pull requests, code review</a:t>
            </a:r>
            <a:endParaRPr sz="16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0175" y="581025"/>
            <a:ext cx="3260624" cy="180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625" y="2832975"/>
            <a:ext cx="3086401" cy="17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875" y="2832975"/>
            <a:ext cx="2574400" cy="16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70250" y="2619475"/>
            <a:ext cx="435686" cy="18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351275" y="4575775"/>
            <a:ext cx="54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892525" y="4563325"/>
            <a:ext cx="118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 review comments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053089" y="2621313"/>
            <a:ext cx="317173" cy="18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6326275" y="4655725"/>
            <a:ext cx="16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Pull requests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758388" y="2411063"/>
            <a:ext cx="7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Issues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Tensor/memref slicing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11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Python’s slicing syntax to implement memref.subview, tensor.extract_slice, tensor.insert_slice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MemRefs with a strided layout also have first-class </a:t>
            </a:r>
            <a:r>
              <a:rPr lang="en"/>
              <a:t>support</a:t>
            </a:r>
            <a:r>
              <a:rPr lang="en"/>
              <a:t> now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360850" y="2625725"/>
            <a:ext cx="3685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test_load_compose_strided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TensorF32_2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::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multi_arange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float32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n1_sub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::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())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n1_sub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).all()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5013450" y="2625725"/>
            <a:ext cx="3616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test_load_strided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MemRefStrided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MemRefFactory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123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strides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=(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MemRefStrided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MemRefStrided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9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f32_sz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float32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nbytes</a:t>
            </a:r>
            <a:endParaRPr sz="9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multi_arange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float32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as_strided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strides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f32_sz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f32_sz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cor_res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allclose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cor_res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Triton interoperability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11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Call Triton functions from within PyDSL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Triton function is converted to MLIR and added to the MLIR module of the PyDSL function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670250" y="2296975"/>
            <a:ext cx="6529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triton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.jit</a:t>
            </a:r>
            <a:endParaRPr sz="1000">
              <a:solidFill>
                <a:srgbClr val="795E2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kernel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x_ptr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y_ptr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output_ptr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n_elements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BLOCK_SIZE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.constexpr):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MemRefFactory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,),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func_test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98432</a:t>
            </a:r>
            <a:endParaRPr sz="10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BLOCK_SIZE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64</a:t>
            </a:r>
            <a:endParaRPr sz="10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index_size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BLOCK_SIZE</a:t>
            </a:r>
            <a:endParaRPr sz="1000">
              <a:solidFill>
                <a:srgbClr val="0070C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index_size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kernel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BLOCK_SIZE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C++-style templates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7909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-"/>
            </a:pPr>
            <a:r>
              <a:rPr lang="en" sz="1829"/>
              <a:t>Specify template parameters in square brackets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30"/>
              <a:buChar char="-"/>
            </a:pPr>
            <a:r>
              <a:rPr lang="en" sz="1829"/>
              <a:t>The function is compiled every time it is called with new unique template </a:t>
            </a:r>
            <a:r>
              <a:rPr lang="en" sz="1829"/>
              <a:t>args</a:t>
            </a:r>
            <a:endParaRPr sz="1829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29"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2537875"/>
            <a:ext cx="6401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@template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manual_transpose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[T, N, M](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[T, N, M]) </a:t>
            </a:r>
            <a:r>
              <a:rPr lang="en" sz="1000">
                <a:solidFill>
                  <a:srgbClr val="CD313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[T, M, N]: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alloc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T)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(N):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(M):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brr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512</a:t>
            </a:r>
            <a:endParaRPr sz="10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64</a:t>
            </a:r>
            <a:endParaRPr sz="100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multi_arange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manual_transpose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SInt32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 and A5 support (performance mode)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Currently working to support Ascend A3 and A5 backends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Developed in internal BiSheng repo until AVE and HIVM dialects are open-sourced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Have a setup for outputting MLIR and automatically running on V300 boards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 big bottleneck is what MLIR bishengir-compile accepts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Implemented numerous AVE and HIVM ops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More linalg ops: fill, reduce, broadcast, matmul, batch_matmul</a:t>
            </a:r>
            <a:endParaRPr sz="2220"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1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Powerful reduce 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Reduce along multiple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Specify custom combiner function using inline 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Specify init value for combiner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Allowed us to implement softmax demo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311700" y="2943988"/>
            <a:ext cx="3754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InlineFunction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.generate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UInt32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9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UInt32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dims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3884875" y="2759188"/>
            <a:ext cx="4905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softmax_tensor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F64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 -&gt;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F64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full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N_num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,),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neg_inf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F64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arith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dims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mx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broadcast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dims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sub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mx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_add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dims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sm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broadcast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reduce_res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dims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8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sm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8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endParaRPr sz="8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tensor and memref ops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tesor.empty, tensor.full, tensor.zeros, tensor.ones, tensor.cast, memref.cast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 for memory spaces and aligned allocation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556950" y="34956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556950" y="2607750"/>
            <a:ext cx="369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xsz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xsz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123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572000" y="2684700"/>
            <a:ext cx="375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F64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alloc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F64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alignment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4572000" y="3418725"/>
            <a:ext cx="457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target_class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AscendTarget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alloc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memory_space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HIVM_AddrSpace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dealloc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tracking ndarray arguments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13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Previously, if you wanted to pass an array to a PyDSL function and return it, you had to keep a reference to the original array, or else the memory would get deallocated.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Fixed by tracking arguments and return values, and adding a pointer from a new ndarray to an old one if their memories overlap to prevent deallocation.</a:t>
            </a:r>
            <a:endParaRPr sz="1400"/>
          </a:p>
        </p:txBody>
      </p:sp>
      <p:sp>
        <p:nvSpPr>
          <p:cNvPr id="142" name="Google Shape;142;p24"/>
          <p:cNvSpPr txBox="1"/>
          <p:nvPr/>
        </p:nvSpPr>
        <p:spPr>
          <a:xfrm>
            <a:off x="572350" y="2824025"/>
            <a:ext cx="34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m1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new_arr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new_arr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4164475" y="2824025"/>
            <a:ext cx="43377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Old: new_arr points to deallocated memory, because arr.copy() was deallocated.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New: works fine, arr.copy() is deallocated only when new_arr goes out of scope.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functions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1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Functions that generate MLIR directly where they are called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Useful for linalg.reduce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Allows some compiler functions to be written in PyDSL instead of being a CallMacro</a:t>
            </a:r>
            <a:endParaRPr sz="1600"/>
          </a:p>
        </p:txBody>
      </p:sp>
      <p:sp>
        <p:nvSpPr>
          <p:cNvPr id="150" name="Google Shape;150;p25"/>
          <p:cNvSpPr txBox="1"/>
          <p:nvPr/>
        </p:nvSpPr>
        <p:spPr>
          <a:xfrm>
            <a:off x="512250" y="2465025"/>
            <a:ext cx="395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@InlineFunction.generate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Any: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Tensor[F32, DYNAMIC,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 -&gt; Tensor[F32, DYNAMIC,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tensor.zeros((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,), F32)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linalg.reduce(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dims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5150800" y="2422025"/>
            <a:ext cx="3403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CallMacro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.generate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visitor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ToMLIRBase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Compiled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Evaluated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SubtreeOut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InlineFunction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.generate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linalg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InlineFunction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.generate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call macros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Background: call macros are functions which can execute Python (not PyDSL) code directly and can be called from PyDSL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Mostly used by the compiler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Call macros can now call other call macros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Better support for different types of call macros inside classes</a:t>
            </a:r>
            <a:endParaRPr sz="1600"/>
          </a:p>
        </p:txBody>
      </p:sp>
      <p:sp>
        <p:nvSpPr>
          <p:cNvPr id="158" name="Google Shape;158;p26"/>
          <p:cNvSpPr txBox="1"/>
          <p:nvPr/>
        </p:nvSpPr>
        <p:spPr>
          <a:xfrm>
            <a:off x="311700" y="3162925"/>
            <a:ext cx="4955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CallMacro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.generate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method_type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MethodType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cast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visitor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ToMLIRBase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Evaluated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5547450" y="3162925"/>
            <a:ext cx="2830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@compile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[F32,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[F32,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.cast((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64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00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